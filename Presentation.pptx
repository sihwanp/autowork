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부제목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새로운 텍스트 박스에 추가된 문자열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